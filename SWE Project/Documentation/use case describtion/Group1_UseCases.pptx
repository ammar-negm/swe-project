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2" autoAdjust="0"/>
    <p:restoredTop sz="94660"/>
  </p:normalViewPr>
  <p:slideViewPr>
    <p:cSldViewPr snapToGrid="0">
      <p:cViewPr varScale="1">
        <p:scale>
          <a:sx n="79" d="100"/>
          <a:sy n="79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9540-A04B-A154-3A6C-B492256C7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33E49-A7B7-CF31-0210-D924372DA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70FCD-C65B-5FAD-8204-A0EC4A4D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033D1-5240-E3DD-9292-51A38373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0CF12-5270-0B8A-942B-EB0B3525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4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57A6-AFAE-A134-14B6-EE9EB4EB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26BCF-F285-5363-63BC-677E9DECD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FB0B9-E8B2-1CE0-DC33-623FCC22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D078-DBF9-95FE-7263-450EDFF17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6AD26-8F69-DD5E-491A-BBC970B41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07B3-1406-F93F-F8A3-4FFFB245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96904-3328-342B-A985-08103407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3449-7431-E704-E952-7DC34A52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73269-CC62-9ABA-6A06-2E67123D2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5F866-CE6F-F80F-1644-3FD6AB15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37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C893-C74A-3256-915A-154F61F2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CC5AA-99B3-3249-8FAF-8BB290C33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65DB2-69DD-F809-800F-B0E73AFA8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2A3CD-581A-491B-EDF0-6E61B53D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B443F-2E11-E986-FC97-0E1A21988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4D85D-3FB1-C516-5330-8C347F46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2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A421F-D329-D949-DB40-352DA6B0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BBFB3-1ECB-09B8-A46B-5BCA0CFE3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F3F44-1B51-4A74-FDF8-2D17D0DAC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3503B-CCCC-88AE-26C1-C586BF518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1ABC0-BF35-F3E0-E616-8C76F83A2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46B49-F537-680A-29AB-97B89031D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85F5E7-451D-CF6E-8C13-C23DD2C9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358E3-E90C-BE6F-DB92-7C289CBA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9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8FD97-D3E6-1D45-E636-C1CA9BA5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C5890-9070-D963-BE09-70A74EA7D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4FF76-AF7B-6619-F67E-803ABCAE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DFD01-4AB8-6BF6-A6F1-CBA818CB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0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790D54-F862-02CC-7A2E-BAD150C8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6D251-A1F0-CA3D-1F1E-3345371EE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F499A-8857-6F46-498F-DFC79A99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6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22E3-23AD-1773-213E-094DF21E4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9FE3-9514-AD3B-E2C3-B4ED3826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D610C-9483-9337-594B-846BFBE62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3AA67-7E23-39AF-889B-2ABA55E38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99CA8-5470-B027-1136-EEE7165C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141D2-1FE2-2E87-5857-874091FF8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3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165F-2944-43FD-E027-7E38DD4A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8D44D-15AC-90E7-8B4B-30D85F9AE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62DA5-C9D5-2C8A-0C88-21CEA67D9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B7BAC-2607-0C1E-4557-0A7A56C1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FBA57-4A65-854A-7F26-5E09F5B5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F4CD6-671E-37BF-DBF0-F22662A5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8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BA42-E311-E700-D169-E419DC2C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88268-9935-BBEE-AF6C-91E1F34BD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08AC9-EBCB-3F76-F367-7C50B71E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FC16C-74D0-CF31-806C-91C8688C1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867A5-5C78-4F20-B95C-F40FD588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91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23916-34AE-941E-ECDB-C0D81FA59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2BB71-8853-0619-B1E0-F70D4769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3B713-C9E6-A7F7-9392-443D2E25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3B9E0-8469-B808-D40D-2B705DF6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3CA46-DD5A-9957-8416-3A8C4A3E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0762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2A2F3-CEB3-1969-5AFE-54DA845D7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24BE0-D09F-495B-FDEE-F7B5C82F2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A6837-1989-0D65-93E9-23C59F62D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6EA2-DABD-4B8F-98F2-6D3789DC2BE7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27328-005B-5F89-8D24-DD0459C53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AAA20-B5C6-D89B-F046-60A4D8EEC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E76DD-9D08-406A-BE39-506A81E7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3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UC-1 – Suggest Optimal Storage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Allow the Warehouse Manager to automatically receive a system-suggested bin location for new inventory based on item velocity and zone classification.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inventory item exists with defined dimensions.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item has at least 30 days of sales history.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Zone and bin records are defined with maximum capacity values.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Success: The item is assigned a confirmed storage location and zone classification is saved.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Failure: No suitable bin is found; the item is flagged as unassigned and the manager is notified.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bin with sufficient capacity exists in the classified zone; the system searches adjacent zones and warns the manager of the zone mismatch.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Primary: Warehouse Manager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Secondary: WMS / Software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Warehouse Manager initiates a storage assignment for a new batch of inventory.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Warehouse Manager initiates a storage assignment for a new inventory batch.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System calculates a Velocity Score for each item based on units sold in the last 30 days.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System classifies each item into Zone A (high), Zone B (medium), or Zone C (low velocity).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System checks available bin capacity within the classified zone.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System suggests the best-fit bin and displays it on the manager dashboard.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Warehouse Manager confirms the suggested location.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 System updates the storage location for the item in the database.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A1: No bin with sufficient capacity in the classified zone.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searches the nearest available bin in an adjacent zone.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displays the alternative suggestion with a zone mismatch warning.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Warehouse Manager accepts or overrides the suggestion.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Flow restarts from Main Flow Step 6.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 – Validate Bin Capacity Before Stock Assignment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Ensure that no stock item is assigned to a bin that would exceed its maximum volumetric capacity.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Bin records exist with defined maximum volumetric capacity values.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Incoming stock items have length, width, and height values recorded.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stock assignment task is active and in progress.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Success: Stock is assigned to a valid bin and the occupied volume record is updated.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Failure: Assignment is rejected, discrepancy is logged, and staff is redirected to an alternative bin.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Bin capacity is exceeded; the system rejects the assignment, displays a Capacity Exceeded alert, and suggests the next available bin.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Primary: Floor Staff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Secondary: WMS / Software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Floor Staff selects a target bin for an incoming stock item.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Floor Staff selects a target bin for an incoming stock item.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System retrieves the current occupied volume of the target bin.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System calculates the volume of the incoming item (length x width x height).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System calculates the projected total volume after assignment.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Projected volume is within maximum capacity; assignment is approved.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System updates the bin occupied volume record.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 Use case ends successfully.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A1: Projected volume exceeds maximum capacity.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rejects the assignment and displays a Capacity Exceeded alert.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suggests the next available bin with sufficient capacity.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Floor Staff selects the suggested bin; flow restarts from Step 2.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A2: Total zone occupancy reaches 80% after assignment.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sends a Zone Capacity Warning notification to the Warehouse Manager.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 – Detect Stock Discrepancy via Shelf 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Automatically detect stock discrepancies by comparing expected shelf weight (calculated from system records) against the actual IoT sensor reading.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Items are assigned to shelves with recorded unit weight values.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Current quantity on hand is recorded and up to date for each shelf.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IoT weight sensor simulation is active and connected.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Success: Sensor reading is validated and recorded with no discrepancy flagged.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Failure: Discrepancy is logged, manager is alerted, and an audit task is created and assigned to floor staff.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Variance exceeds the +/-2% tolerance threshold; the system generates a Stock Discrepancy record, alerts the manager, and creates a Cycle Count Audit task for floor staff.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Primary: Warehouse Manager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Secondary: WMS / Software System, Floor 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stock movement event occurs (inbound delivery or outbound dispatch).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 stock movement event occurs (inbound delivery or outbound dispatch).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System calculates the Expected Shelf Weight (unit_weight x quantity_on_hand).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System reads the Current Shelf Weight from the IoT sensor.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System compares Expected Weight against Current Shelf Weight.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Variance is within the +/-2% tolerance threshold.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System records the sensor reading as validated.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 Use case ends successfully.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A1: Variance exceeds the +/-2% tolerance threshold.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generates a Stock Discrepancy record in the database.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alerts the Warehouse Manager with shelf ID, item name, and variance amount.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creates a Cycle Count Audit task and assigns it to available Floor Staff.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Floor Staff performs a physical count and submits the corrected quantity.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updates quantity on hand and restarts from Main Flow Step 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UC-6 – Soft-Lock Stock Upon Customer 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Reserve (soft-lock) inventory stock against a confirmed customer order to prevent double-allocation, while keeping reserved quantities hidden from floor staff and the supplier portal.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inventory item exists with quantity_available greater than zero.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customer order is initiated with at least one inventory item.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Stock state fields quantity_available and quantity_reserved are defined.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Success: Stock states are updated accurately and quantity_reserved reflects committed orders only.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Failure: Order is rejected or cancelled; reserved stock is fully released back to available.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Insufficient stock: quantity_available is zero or less than requested; the system rejects the order and notifies the Warehouse Manager.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Primary: Warehouse Manager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Secondary: WMS / Software System, Floor 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customer order is placed for a specific item and quantity.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 customer order is placed for a specific item and quantity.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System checks quantity_available for the requested item.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Available quantity is sufficient; system decreases quantity_available and increases quantity_reserved.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System displays the updated quantity_available to Floor Staff and the Supplier portal.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Floor Staff picks the item and the order is confirmed for dispatch.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System permanently deducts quantity_reserved from total stock and resets it to zero.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 Use case ends successfully.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A1: Insufficient Stock.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quantity_available is zero or less than the requested quantity.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rejects the order and notifies the Warehouse Manager.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A2: Order Cancellation or Timeout.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Order is cancelled or unconfirmed for 30 minutes.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automatically releases quantity_reserved back to quantity_available.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logs the release event with a timestamp.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B52D8FE-94A7-923B-CA3E-29F7F1B76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669336"/>
              </p:ext>
            </p:extLst>
          </p:nvPr>
        </p:nvGraphicFramePr>
        <p:xfrm>
          <a:off x="0" y="1"/>
          <a:ext cx="12192000" cy="685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155959">
                  <a:extLst>
                    <a:ext uri="{9D8B030D-6E8A-4147-A177-3AD203B41FA5}">
                      <a16:colId xmlns:a16="http://schemas.microsoft.com/office/drawing/2014/main" val="4271940744"/>
                    </a:ext>
                  </a:extLst>
                </a:gridCol>
                <a:gridCol w="8036041">
                  <a:extLst>
                    <a:ext uri="{9D8B030D-6E8A-4147-A177-3AD203B41FA5}">
                      <a16:colId xmlns:a16="http://schemas.microsoft.com/office/drawing/2014/main" val="873857382"/>
                    </a:ext>
                  </a:extLst>
                </a:gridCol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UC-9 – Schedule and Assign Aisle Audit Task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117165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Automatically identify aisles that require auditing based on elapsed time or discrepancy history, generate a prioritized audit queue, and assign tasks to available floor staff.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07460"/>
                  </a:ext>
                </a:extLst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Aisle records exist with last_audit_date and discrepancy_count fields populated.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 least one floor staff member is registered and active in the system.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daily scheduling process is active and running.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470651"/>
                  </a:ext>
                </a:extLst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Success: Flagged aisles have active audit tasks assigned and status is updated to Audit Pending.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Failure: No staff available; manager is notified and aisle remains in Pending Assignment status.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545432"/>
                  </a:ext>
                </a:extLst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floor staff is available for assignment; the system notifies the Warehouse Manager to assign the task manually and sets the aisle status to Pending Assignment.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005549"/>
                  </a:ext>
                </a:extLst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Primary: Warehouse Manager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Secondary: WMS / Software System, Floor Staff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717442"/>
                  </a:ext>
                </a:extLst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system runs its daily aisle audit check and identifies aisles exceeding audit thresholds.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861149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System runs a daily check across all aisle audit records.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System calculates days elapsed since last_audit_date for each aisle.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System flags aisles where elapsed time exceeds 30 days.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System flags aisles where discrepancy_count exceeds 3 in the last 30 days.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System generates a prioritized Audit Queue (by discrepancy count desc, then last audit date asc).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Warehouse Manager reviews the audit queue on the dashboard.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 System assigns the audit task to the most available Floor Staff member.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 System updates the aisle status to Audit Pending in the database.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44207"/>
                  </a:ext>
                </a:extLst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A1: No Aisles Require Audit.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aisles exceed either threshold.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displays a clear status message to the Warehouse Manager.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 case ends with no tasks generated.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/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A2: No Floor Staff Available.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 notifies the Warehouse Manager to assign the task manually.</a:t>
                      </a:r>
                    </a:p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Aisle status is updated to Pending Assignment until resolved.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37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2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53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Ismail Shehata</dc:creator>
  <cp:lastModifiedBy>Ismail Shehata</cp:lastModifiedBy>
  <cp:revision>5</cp:revision>
  <dcterms:created xsi:type="dcterms:W3CDTF">2026-04-05T05:37:04Z</dcterms:created>
  <dcterms:modified xsi:type="dcterms:W3CDTF">2026-04-05T06:44:05Z</dcterms:modified>
</cp:coreProperties>
</file>