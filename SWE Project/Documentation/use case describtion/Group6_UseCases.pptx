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A4 – Perishable Expiry Watchdog (FEFO)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perishable items are dispatched using FEFO to minimize waste and prevent sale of expired goods.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Inventory items have expiry dates recorded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Items are dispatched in FEFO order; expired items are blocked from sale; alerts are logged.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sensor data is unavailable, the system defaults to last known expiry date and flags the item for manual review.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perishable item's expiry date is within 72 hours, or an expired item is scanned for sale/shipment.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System scans item expiry dates continuously.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ranks items by earliest expiry date.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guides floor staff to dispatch earliest-expiring items first.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triggers a 72-hour expiry alert.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Manager and floor staff receive notification.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System blocks any transaction involving an expired item and logs it in the audit trail.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If an item has no expiry date recorded, the system flags it for manual verification before dispatch.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If a manager overrides an expiry alert, the action is logged with a timestamp and user 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B15 – Supplier Performance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Compute and track KPI scores for each supplier to support data-driven procurement decisions.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Supplier records and historical transaction data (delivery dates, defect reports, lead times) exist in the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KPI scores are updated; reports are generated; low-performing suppliers are flagged and manager is notified.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supplier data is incomplete, the system marks the KPI score as Insufficient Data and excludes the supplier from automated comparisons.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scheduled reporting cycle is triggered, or a supplier KPI score drops below the configured threshold.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System collects supplier transaction data: delivery accuracy, defect rate, and lead-time adherence.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computes a weighted KPI score for each supplier.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generates a customizable periodic performance report.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Manager reviews supplier rankings via the dashboard.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System sends an automated alert if any supplier score falls below the threshold.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Manager uses the report to make procurement decisions.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If a supplier disputes a defect report, the manager can flag the record for review without affecting the live KPI score.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If no transactions exist for a supplier in the current period, the system carries forward the last known score.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A5 – Environmental Sensitivity Monitor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Monitor real-time temperature and humidity in storage zones to protect inventory from environmental damage.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IoT sensors are installed and connected in all storage zones; product tolerance limits are configured per category.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Environmental readings are logged; alerts are issued when limits are breached; incident records are available for investigation.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a sensor goes offline, the system flags the zone as Unmonitored and immediately alerts the manager and floor staff.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sensor reading exceeds the defined tolerance limits for a storage zone or product category.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Sensors continuously transmit temperature and humidity readings to the system.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compares readings against tolerance thresholds defined per product category.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If a threshold is exceeded, the system triggers an immediate alert to floor staff and manager.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Floor staff takes corrective action (e.g., relocating items or adjusting climate control).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System logs the event with a timestamp and sensor ID.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Historical log is available for incident investigations.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If readings return to normal before staff respond, the system logs the event as a transient anomaly and keeps the alert visible.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If multiple zones breach thresholds simultaneously, alerts are prioritized by product criticality.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A11 – HAZMAT Guard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Maintain a HAZMAT registry and enforce safe storage rules to ensure regulatory compliance and prevent unsafe co-location.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HAZMAT items are registered with safety classifications, handling instructions, and regulatory document expiry 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Unsafe co-location is prevented; compliance reports are generated; expired documentation is flagged for renewal.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a HAZMAT item is scanned into an incompatible zone, the system rejects the assignment and alerts floor staff with the reason.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HAZMAT item is assigned to a storage zone, a compliance report cycle is due, or regulatory documentation nears expiry.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Floor staff scans a HAZMAT item for storage zone assignment.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checks the item safety classification against the zone existing inventory.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If incompatible materials would be co-located, the system blocks the assignment and alerts floor staff.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schedules and auto-generates periodic HAZMAT compliance reports.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System flags any item whose regulatory documentation is expired or within 30 days of expiry.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Manager reviews flagged items and initiates documentation renewal.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If a manager manually overrides a co-location restriction, the action is logged with justification required.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If regulatory documents are missing entirely, the item is quarantined until documentation is provided.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B21 – Backorder Management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detect stock shortfalls, create backorder records, and prioritize fulfillment upon replenishment.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Product stock levels are tracked; supplier purchase orders are linked to inventory items; customer order records exist.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Backorder records are created and linked to POs; stakeholders are notified; fulfillment is prioritized upon stock arrival.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no linked purchase order exists for a shortfall item, the system flags it as Unresolved Backorder and notifies the manager.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product stock level falls below the minimum required to fulfill a pending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System detects that a pending order cannot be fulfilled due to insufficient stock.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automatically creates a backorder record linked to the relevant supplier purchase order.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notifies manager and floor staff with the backorder details and estimated fulfillment date.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When replenishment stock arrives, system prioritizes backorder fulfillment based on configured rules.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Floor staff processes prioritized backorders first.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System updates the backorder record as fulfilled.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If a partial shipment arrives, the system fulfills the highest-priority backorders first and updates remaining quantities.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If the estimated fulfillment date changes, the system re-notifies all affected stakeholders automatically.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Ismail Shehata</cp:lastModifiedBy>
  <cp:revision>5</cp:revision>
  <dcterms:created xsi:type="dcterms:W3CDTF">2026-04-05T05:37:04Z</dcterms:created>
  <dcterms:modified xsi:type="dcterms:W3CDTF">2026-04-05T06:44:05Z</dcterms:modified>
</cp:coreProperties>
</file>