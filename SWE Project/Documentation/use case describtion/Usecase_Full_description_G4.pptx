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9540-A04B-A154-3A6C-B492256C7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33E49-A7B7-CF31-0210-D924372DA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70FCD-C65B-5FAD-8204-A0EC4A4D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033D1-5240-E3DD-9292-51A38373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0CF12-5270-0B8A-942B-EB0B352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4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57A6-AFAE-A134-14B6-EE9EB4EB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6BCF-F285-5363-63BC-677E9DECD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FB0B9-E8B2-1CE0-DC33-623FCC22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D078-DBF9-95FE-7263-450EDFF1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6AD26-8F69-DD5E-491A-BBC970B4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07B3-1406-F93F-F8A3-4FFFB245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96904-3328-342B-A985-08103407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3449-7431-E704-E952-7DC34A52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73269-CC62-9ABA-6A06-2E67123D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F866-CE6F-F80F-1644-3FD6AB15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3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C893-C74A-3256-915A-154F61F2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C5AA-99B3-3249-8FAF-8BB290C33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5DB2-69DD-F809-800F-B0E73AFA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2A3CD-581A-491B-EDF0-6E61B53D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B443F-2E11-E986-FC97-0E1A2198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4D85D-3FB1-C516-5330-8C347F46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2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421F-D329-D949-DB40-352DA6B0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BBFB3-1ECB-09B8-A46B-5BCA0CFE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F3F44-1B51-4A74-FDF8-2D17D0DAC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3503B-CCCC-88AE-26C1-C586BF518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1ABC0-BF35-F3E0-E616-8C76F83A2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46B49-F537-680A-29AB-97B89031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5F5E7-451D-CF6E-8C13-C23DD2C9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358E3-E90C-BE6F-DB92-7C289CBA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9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FD97-D3E6-1D45-E636-C1CA9BA5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C5890-9070-D963-BE09-70A74EA7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4FF76-AF7B-6619-F67E-803ABCAE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DFD01-4AB8-6BF6-A6F1-CBA818CB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0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90D54-F862-02CC-7A2E-BAD150C8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6D251-A1F0-CA3D-1F1E-3345371E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F499A-8857-6F46-498F-DFC79A99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6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22E3-23AD-1773-213E-094DF21E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9FE3-9514-AD3B-E2C3-B4ED3826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610C-9483-9337-594B-846BFBE6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3AA67-7E23-39AF-889B-2ABA55E3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99CA8-5470-B027-1136-EEE7165C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141D2-1FE2-2E87-5857-874091FF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165F-2944-43FD-E027-7E38DD4A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8D44D-15AC-90E7-8B4B-30D85F9AE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62DA5-C9D5-2C8A-0C88-21CEA67D9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B7BAC-2607-0C1E-4557-0A7A56C1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FBA57-4A65-854A-7F26-5E09F5B5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F4CD6-671E-37BF-DBF0-F22662A5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8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BA42-E311-E700-D169-E419DC2C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88268-9935-BBEE-AF6C-91E1F34BD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8AC9-EBCB-3F76-F367-7C50B71E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C16C-74D0-CF31-806C-91C8688C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867A5-5C78-4F20-B95C-F40FD588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23916-34AE-941E-ECDB-C0D81FA59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2BB71-8853-0619-B1E0-F70D4769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3B713-C9E6-A7F7-9392-443D2E25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B9E0-8469-B808-D40D-2B705DF6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3CA46-DD5A-9957-8416-3A8C4A3E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0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2A2F3-CEB3-1969-5AFE-54DA845D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4BE0-D09F-495B-FDEE-F7B5C82F2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6837-1989-0D65-93E9-23C59F62D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6EA2-DABD-4B8F-98F2-6D3789DC2BE7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27328-005B-5F89-8D24-DD0459C53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AA20-B5C6-D89B-F046-60A4D8EEC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6B914-4F0A-BACF-08B5-087927D3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4628D8-CFF9-DD03-BC00-E5118AAC5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203614"/>
              </p:ext>
            </p:extLst>
          </p:nvPr>
        </p:nvGraphicFramePr>
        <p:xfrm>
          <a:off x="0" y="1"/>
          <a:ext cx="12192000" cy="850025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271375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7920625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721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C23 – Batch Picking Route Logic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721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Optimize picking process by guiding workers through the most efficient route to collect multiple orders in one trip.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9361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There are pending pick tasks in the system </a:t>
                      </a:r>
                    </a:p>
                    <a:p>
                      <a:r>
                        <a:rPr lang="en-US" dirty="0"/>
                        <a:t>Worker is logged into the system </a:t>
                      </a:r>
                    </a:p>
                    <a:p>
                      <a:r>
                        <a:rPr lang="en-US" dirty="0"/>
                        <a:t>Warehouse locations are defined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9361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Items are picked successfully</a:t>
                      </a:r>
                      <a:br>
                        <a:rPr lang="ar-EG" dirty="0"/>
                      </a:br>
                      <a:r>
                        <a:rPr lang="en-US" dirty="0"/>
                        <a:t>Pick tasks are updated as completed </a:t>
                      </a:r>
                      <a:br>
                        <a:rPr lang="ar-EG" dirty="0"/>
                      </a:br>
                      <a:r>
                        <a:rPr lang="en-US" dirty="0"/>
                        <a:t>Worker route is executed efficiently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7048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route generation fails → system retries or alerts manager </a:t>
                      </a:r>
                      <a:br>
                        <a:rPr lang="ar-EG" dirty="0"/>
                      </a:br>
                      <a:r>
                        <a:rPr lang="en-US" dirty="0"/>
                        <a:t>If item not found → trigger pick-failure protocol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6552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System</a:t>
                      </a:r>
                      <a:br>
                        <a:rPr lang="ar-EG" dirty="0"/>
                      </a:br>
                      <a:r>
                        <a:rPr lang="en-US" dirty="0"/>
                        <a:t>Warehouse Worker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4027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New batch of pick tasks is created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7785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r-EG" dirty="0"/>
                        <a:t>1</a:t>
                      </a:r>
                      <a:r>
                        <a:rPr lang="en-US" dirty="0"/>
                        <a:t>. System retrieves all pending pick tasks </a:t>
                      </a:r>
                      <a:br>
                        <a:rPr lang="en-US" dirty="0"/>
                      </a:br>
                      <a:r>
                        <a:rPr lang="en-US" dirty="0"/>
                        <a:t>2. System groups tasks by storage location </a:t>
                      </a:r>
                      <a:br>
                        <a:rPr lang="en-US" dirty="0"/>
                      </a:br>
                      <a:r>
                        <a:rPr lang="en-US" dirty="0"/>
                        <a:t>3. System applies pathfinding algorithm </a:t>
                      </a:r>
                      <a:br>
                        <a:rPr lang="en-US" dirty="0"/>
                      </a:br>
                      <a:r>
                        <a:rPr lang="en-US" dirty="0"/>
                        <a:t>4. System generates optimized route </a:t>
                      </a:r>
                      <a:br>
                        <a:rPr lang="en-US" dirty="0"/>
                      </a:br>
                      <a:r>
                        <a:rPr lang="en-US" dirty="0"/>
                        <a:t>5. System sends pick list to worker device </a:t>
                      </a:r>
                      <a:br>
                        <a:rPr lang="en-US" dirty="0"/>
                      </a:br>
                      <a:r>
                        <a:rPr lang="en-US" dirty="0"/>
                        <a:t>6. Worker follows route and picks items </a:t>
                      </a:r>
                      <a:br>
                        <a:rPr lang="en-US" dirty="0"/>
                      </a:br>
                      <a:r>
                        <a:rPr lang="en-US" dirty="0"/>
                        <a:t>7. System updates task status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3090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Worker skips item → system logs issue </a:t>
                      </a:r>
                    </a:p>
                    <a:p>
                      <a:r>
                        <a:rPr lang="en-US" dirty="0"/>
                        <a:t>System recalculates route if changes occur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180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39575"/>
              </p:ext>
            </p:extLst>
          </p:nvPr>
        </p:nvGraphicFramePr>
        <p:xfrm>
          <a:off x="0" y="1"/>
          <a:ext cx="12192000" cy="791537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C24 – Real-time Task Load-Balancer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Distribute picking tasks efficiently among workers based on workload and proximity.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Workers are active in the system </a:t>
                      </a:r>
                      <a:br>
                        <a:rPr lang="en-US" dirty="0"/>
                      </a:br>
                      <a:r>
                        <a:rPr lang="en-US" dirty="0"/>
                        <a:t>Tasks are available for assignment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Task assigned to optimal worker </a:t>
                      </a:r>
                      <a:br>
                        <a:rPr lang="en-US" dirty="0"/>
                      </a:br>
                      <a:r>
                        <a:rPr lang="en-US" dirty="0"/>
                        <a:t>Workload updated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available workers → task queued </a:t>
                      </a:r>
                      <a:br>
                        <a:rPr lang="en-US" dirty="0"/>
                      </a:br>
                      <a:r>
                        <a:rPr lang="en-US" dirty="0"/>
                        <a:t>System cannot evaluate proximity → fallback to workload only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System </a:t>
                      </a:r>
                      <a:br>
                        <a:rPr lang="en-US" dirty="0"/>
                      </a:br>
                      <a:r>
                        <a:rPr lang="en-US" dirty="0"/>
                        <a:t>Warehouse Manager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New picking task is created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Task is created </a:t>
                      </a:r>
                      <a:br>
                        <a:rPr lang="en-US" dirty="0"/>
                      </a:br>
                      <a:r>
                        <a:rPr lang="en-US" dirty="0"/>
                        <a:t>2. System retrieves active workers </a:t>
                      </a:r>
                      <a:br>
                        <a:rPr lang="en-US" dirty="0"/>
                      </a:br>
                      <a:r>
                        <a:rPr lang="en-US" dirty="0"/>
                        <a:t>3. System evaluates workload </a:t>
                      </a:r>
                      <a:br>
                        <a:rPr lang="en-US" dirty="0"/>
                      </a:br>
                      <a:r>
                        <a:rPr lang="en-US" dirty="0"/>
                        <a:t>4. System evaluates proximity </a:t>
                      </a:r>
                    </a:p>
                    <a:p>
                      <a:r>
                        <a:rPr lang="en-US" dirty="0"/>
                        <a:t>5. System selects best worker </a:t>
                      </a:r>
                      <a:br>
                        <a:rPr lang="en-US" dirty="0"/>
                      </a:br>
                      <a:r>
                        <a:rPr lang="en-US" dirty="0"/>
                        <a:t>6. System assigns task </a:t>
                      </a:r>
                      <a:br>
                        <a:rPr lang="en-US" dirty="0"/>
                      </a:br>
                      <a:r>
                        <a:rPr lang="en-US" dirty="0"/>
                        <a:t>7. System updates workload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suitable worker → system retries </a:t>
                      </a:r>
                    </a:p>
                    <a:p>
                      <a:r>
                        <a:rPr lang="en-US" dirty="0"/>
                        <a:t>Worker rejects task → reassign task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ED908-4234-EF94-08F9-1B8E5794B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3CFF1F-CEB5-C865-09B4-A82738D5C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302281"/>
              </p:ext>
            </p:extLst>
          </p:nvPr>
        </p:nvGraphicFramePr>
        <p:xfrm>
          <a:off x="0" y="1"/>
          <a:ext cx="12192000" cy="727864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A8 – Cross-Docking Logic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Allow direct transfer of incoming goods to shipping without storage.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Incoming goods are scanned </a:t>
                      </a:r>
                      <a:br>
                        <a:rPr lang="en-US" dirty="0"/>
                      </a:br>
                      <a:r>
                        <a:rPr lang="en-US" dirty="0"/>
                        <a:t>Outbound orders exist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Item routed correctly (shipping or storage)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Matching fails → item goes to storage </a:t>
                      </a:r>
                      <a:br>
                        <a:rPr lang="en-US" dirty="0"/>
                      </a:br>
                      <a:r>
                        <a:rPr lang="en-US" dirty="0"/>
                        <a:t>System error → manual intervention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System </a:t>
                      </a:r>
                      <a:br>
                        <a:rPr lang="en-US" dirty="0"/>
                      </a:br>
                      <a:r>
                        <a:rPr lang="en-US" dirty="0"/>
                        <a:t>Warehouse Manager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Item is scanned at receiving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Worker scans incoming item </a:t>
                      </a:r>
                      <a:br>
                        <a:rPr lang="en-US" dirty="0"/>
                      </a:br>
                      <a:r>
                        <a:rPr lang="en-US" dirty="0"/>
                        <a:t>2. System checks outbound orders </a:t>
                      </a:r>
                      <a:br>
                        <a:rPr lang="en-US" dirty="0"/>
                      </a:br>
                      <a:r>
                        <a:rPr lang="en-US" dirty="0"/>
                        <a:t>3. System finds match </a:t>
                      </a:r>
                      <a:br>
                        <a:rPr lang="en-US" dirty="0"/>
                      </a:br>
                      <a:r>
                        <a:rPr lang="en-US" dirty="0"/>
                        <a:t>4. System flags item for cross-docking </a:t>
                      </a:r>
                      <a:br>
                        <a:rPr lang="en-US" dirty="0"/>
                      </a:br>
                      <a:r>
                        <a:rPr lang="en-US" dirty="0"/>
                        <a:t>5. Worker sends item to shipping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match → item stored normally </a:t>
                      </a:r>
                    </a:p>
                    <a:p>
                      <a:r>
                        <a:rPr lang="en-US" dirty="0"/>
                        <a:t>Urgency changes → reroute item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5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63322-75B6-4613-590F-EDF2AA9B0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047665-6EB8-03E2-3321-B7A112D25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173296"/>
              </p:ext>
            </p:extLst>
          </p:nvPr>
        </p:nvGraphicFramePr>
        <p:xfrm>
          <a:off x="0" y="1"/>
          <a:ext cx="12192000" cy="740473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C29 – Pick-Failure Protocol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Handle situations where items cannot be picked.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Picking task is active </a:t>
                      </a:r>
                      <a:br>
                        <a:rPr lang="en-US" dirty="0"/>
                      </a:br>
                      <a:r>
                        <a:rPr lang="en-US" dirty="0"/>
                        <a:t>Worker attempts to pick item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Inventory updated </a:t>
                      </a:r>
                      <a:br>
                        <a:rPr lang="en-US" dirty="0"/>
                      </a:br>
                      <a:r>
                        <a:rPr lang="en-US" dirty="0"/>
                        <a:t>Manager notified </a:t>
                      </a:r>
                      <a:br>
                        <a:rPr lang="en-US" dirty="0"/>
                      </a:br>
                      <a:r>
                        <a:rPr lang="en-US" dirty="0"/>
                        <a:t>Task resolved or rerouted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System cannot update inventory → log error </a:t>
                      </a:r>
                      <a:br>
                        <a:rPr lang="en-US" dirty="0"/>
                      </a:br>
                      <a:r>
                        <a:rPr lang="en-US" dirty="0"/>
                        <a:t>No alternative stock → escalate issue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Warehouse ,Worker ,and System Manager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Worker reports missing/damaged item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Worker reports issue </a:t>
                      </a:r>
                      <a:br>
                        <a:rPr lang="en-US" dirty="0"/>
                      </a:br>
                      <a:r>
                        <a:rPr lang="en-US" dirty="0"/>
                        <a:t>2. System updates inventory to discrepancy </a:t>
                      </a:r>
                      <a:br>
                        <a:rPr lang="en-US" dirty="0"/>
                      </a:br>
                      <a:r>
                        <a:rPr lang="en-US" dirty="0"/>
                        <a:t>3. System notifies manager </a:t>
                      </a:r>
                      <a:br>
                        <a:rPr lang="en-US" dirty="0"/>
                      </a:br>
                      <a:r>
                        <a:rPr lang="en-US" dirty="0"/>
                        <a:t>4. System checks alternative stock </a:t>
                      </a:r>
                      <a:br>
                        <a:rPr lang="en-US" dirty="0"/>
                      </a:br>
                      <a:r>
                        <a:rPr lang="en-US" dirty="0"/>
                        <a:t>5. System reroutes task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alternative → cancel task </a:t>
                      </a:r>
                      <a:br>
                        <a:rPr lang="en-US" dirty="0"/>
                      </a:br>
                      <a:r>
                        <a:rPr lang="en-US" dirty="0"/>
                        <a:t>Manager overrides decision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763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5CA4-1FDD-0A4E-ADED-8300AF69E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ABFA8B-1E97-BC13-ADB9-DB8C2C8EE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14738"/>
              </p:ext>
            </p:extLst>
          </p:nvPr>
        </p:nvGraphicFramePr>
        <p:xfrm>
          <a:off x="0" y="1"/>
          <a:ext cx="12192000" cy="736673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C32 – Fulfillment Speed Analytics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Track and analyze order processing time.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Orders are processed in system </a:t>
                      </a:r>
                    </a:p>
                    <a:p>
                      <a:r>
                        <a:rPr lang="en-US" dirty="0"/>
                        <a:t>Timestamps are recorded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Analytics displayed </a:t>
                      </a:r>
                    </a:p>
                    <a:p>
                      <a:r>
                        <a:rPr lang="en-US" dirty="0"/>
                        <a:t>Reports generated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data → incomplete report </a:t>
                      </a:r>
                    </a:p>
                    <a:p>
                      <a:r>
                        <a:rPr lang="en-US" dirty="0"/>
                        <a:t>Calculation error → retry process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</a:t>
                      </a:r>
                    </a:p>
                    <a:p>
                      <a:r>
                        <a:rPr lang="en-US" dirty="0"/>
                        <a:t>Manager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Manager requests report OR system auto-triggers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1.System logs timestamps </a:t>
                      </a:r>
                    </a:p>
                    <a:p>
                      <a:r>
                        <a:rPr lang="en-US" dirty="0"/>
                        <a:t>2. System calculates processing time </a:t>
                      </a:r>
                    </a:p>
                    <a:p>
                      <a:r>
                        <a:rPr lang="en-US" dirty="0"/>
                        <a:t>3. System aggregates data </a:t>
                      </a:r>
                    </a:p>
                    <a:p>
                      <a:r>
                        <a:rPr lang="en-US" dirty="0"/>
                        <a:t>4. System generates report </a:t>
                      </a:r>
                    </a:p>
                    <a:p>
                      <a:r>
                        <a:rPr lang="en-US" dirty="0"/>
                        <a:t>5. Manager views dashboard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missing → partial report </a:t>
                      </a:r>
                    </a:p>
                    <a:p>
                      <a:r>
                        <a:rPr lang="en-US" dirty="0"/>
                        <a:t>System delay → refresh data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992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818</Words>
  <Application>Microsoft Office PowerPoint</Application>
  <PresentationFormat>Widescreen</PresentationFormat>
  <Paragraphs>105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Shehata</dc:creator>
  <cp:lastModifiedBy>Ahmed Selim</cp:lastModifiedBy>
  <cp:revision>6</cp:revision>
  <dcterms:created xsi:type="dcterms:W3CDTF">2026-04-05T05:37:04Z</dcterms:created>
  <dcterms:modified xsi:type="dcterms:W3CDTF">2026-04-09T22:35:43Z</dcterms:modified>
</cp:coreProperties>
</file>